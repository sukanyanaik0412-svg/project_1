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4" r:id="rId10"/>
    <p:sldId id="265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664C-6F5D-7B37-67E1-068CCDAE1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36592-B80C-8537-0730-2CF539D8D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3B92-2814-D6BE-E033-AEA839E7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DB66B-7CAD-9F85-9BB6-DFD4863D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9A796-6F3D-1742-1C22-DB9A0F04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33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A39A-6A4A-AEC6-016F-6BBFAFD8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F5C1-3641-EC47-3BD6-94A5C770D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5E6E0-0F89-CF14-6E42-A89E2597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95504-2C54-5E62-6C06-689A7E4D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EA457-A123-4BB8-D52C-D137E784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56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94AA-7DF5-1853-3C26-EF595575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BAACF-524B-5516-587E-2F4D62186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CDE40-2368-655E-DD68-A3A60335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87519-93D3-1928-C480-A4B555FE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01F09-32DA-C0CB-73C6-E6DE4676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3217-CA54-0A0D-296E-E31D6319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BBDE-791E-3A71-1ACB-62602CFB2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A0389-9515-6D4C-4BA8-AC336E80F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005F4-9A22-1B4C-1483-F9196038D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0C3CB-F3D6-457B-504C-5C10C269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73A2D-0DF9-8F97-95EF-1C5F584D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815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0C04-CF5D-F5DB-47EE-A264C40CE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66381-CB87-17F5-C7C5-0F9446BD7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436D3-099E-160B-5C05-E923C4308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D2519-A65B-D0A4-9FD7-B9BB9D8FE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6FDD0-3C68-6249-1C82-91459DA49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08C72-85E9-121F-09B0-240E2D92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3ABAD-C5CB-F578-C237-51B41077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4130E3-505F-299A-5D65-8F404DEE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30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8B24-A1F3-54A9-ECA3-EBCA89AF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3AE31-E6AE-A0EE-C8F3-8931DEF5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05F70-BFA9-BEF3-79AB-B63F3A95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70BBF-3999-02AE-5B9B-7D34F4D7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93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2DB4A-7C8E-67FF-582A-B2C724A6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ADA19-9040-6403-5243-E2EF5E1E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592F1-79C6-F373-AB96-5CF38E32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34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6643-4875-0994-8898-8870846B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8A0E-AA0B-3EC5-0834-306407F54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A4D0C-22B9-FED7-11A7-682C61937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D5B92-4693-F249-4DD9-A8CD36D8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ADAE-D12E-2501-6420-5E9A218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A704-C509-70FB-A13D-19733BE1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18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31D8-7080-D262-3D3A-23F58EBF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3A163-5189-E078-4D5B-DCEB26015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F967B-8AA9-372C-EEDA-AC3055D84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D283B-6D1E-B6D7-804A-EE8DE1C5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9A152-AAA6-41AC-8AB4-50D3EA98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A3725-B8DA-05B0-FAA2-57378ACD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21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9D69-646F-5992-967C-E1F78D10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0460C-41AF-D564-8F13-D94DD2C7B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C47C8-31C1-669C-D806-A7839235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97880-644C-8A18-E1E5-6DC13C82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44AEF-BAFB-8577-2D66-1A65E8F0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41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C2ED2-2F04-FF5C-CF20-8042159B5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86C59-D9E8-73B0-5246-8214A96F9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E8979-ABA0-D934-E7FE-ABE7664A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4488B-38FB-315C-ED68-2D8EF97BF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49B4E-1D0B-A88D-D8DA-C9A04B45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61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A4528-BAF3-73E0-691D-644BEAAA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2FCB7-E8AB-CE4B-DD42-3D0584722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01718-8994-6A65-D222-63141E760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ED034-A0E2-4DD5-815A-823CCBE2CD7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38FE2-7900-9CB3-CC79-18C151E13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F0B82-1DC7-998D-F441-FE1538F1E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F8EBD-AABC-4AB1-8E85-E57194FD3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002F-489A-029D-4DF1-BF5C042D6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528" y="1570418"/>
            <a:ext cx="9439656" cy="2516950"/>
          </a:xfrm>
        </p:spPr>
        <p:txBody>
          <a:bodyPr>
            <a:normAutofit/>
          </a:bodyPr>
          <a:lstStyle/>
          <a:p>
            <a:r>
              <a:rPr lang="en-US" sz="5400" dirty="0"/>
              <a:t>Unlocking Insights: Data Analytics with Excel – Sukanya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13227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56FF-D0D8-2628-587E-DE771186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DataSet_1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C0D1-A211-8514-10CA-B88A1C26D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IN" sz="1800" dirty="0"/>
              <a:t>Changed the format to table</a:t>
            </a:r>
          </a:p>
          <a:p>
            <a:r>
              <a:rPr lang="en-IN" sz="1800" dirty="0"/>
              <a:t>Removed columns like year, month(because this info I can get from dteday)</a:t>
            </a:r>
          </a:p>
          <a:p>
            <a:r>
              <a:rPr lang="en-IN" sz="1800" dirty="0"/>
              <a:t>Changed: instant/season/hr/ weekday/weathersit/temp as number, dteday as short date, holiday as text</a:t>
            </a:r>
          </a:p>
          <a:p>
            <a:r>
              <a:rPr lang="en-IN" sz="1800" dirty="0"/>
              <a:t>Sorted data, tried to do conditional formatting based on duplicate date, removed duplicate rows (no highlights &amp; no duplicate data)</a:t>
            </a:r>
          </a:p>
        </p:txBody>
      </p:sp>
    </p:spTree>
    <p:extLst>
      <p:ext uri="{BB962C8B-B14F-4D97-AF65-F5344CB8AC3E}">
        <p14:creationId xmlns:p14="http://schemas.microsoft.com/office/powerpoint/2010/main" val="1261849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C018-66F9-50F9-6393-A0CC2C26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Dataset_2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D35E8-3C82-6B0D-5129-0F79ECF9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768"/>
            <a:ext cx="10515600" cy="4604195"/>
          </a:xfrm>
        </p:spPr>
        <p:txBody>
          <a:bodyPr>
            <a:normAutofit/>
          </a:bodyPr>
          <a:lstStyle/>
          <a:p>
            <a:r>
              <a:rPr lang="en-IN" sz="1400" dirty="0"/>
              <a:t>Removed column Unnamed: 0</a:t>
            </a:r>
          </a:p>
          <a:p>
            <a:r>
              <a:rPr lang="en-IN" sz="1400" dirty="0"/>
              <a:t>Changed the format to table</a:t>
            </a:r>
          </a:p>
          <a:p>
            <a:r>
              <a:rPr lang="en-IN" sz="1400" dirty="0"/>
              <a:t>Changed: instant/atemp/hum/windspeed/casual/registered/</a:t>
            </a:r>
            <a:r>
              <a:rPr lang="en-IN" sz="1400" dirty="0" err="1"/>
              <a:t>cnt</a:t>
            </a:r>
            <a:r>
              <a:rPr lang="en-IN" sz="1400" dirty="0"/>
              <a:t> as number</a:t>
            </a:r>
          </a:p>
          <a:p>
            <a:r>
              <a:rPr lang="en-IN" sz="1400" dirty="0"/>
              <a:t>Sorted data, tried to do conditional formatting based on duplicate date, removed duplicate rows (no highlights &amp; no duplicate data)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8458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5807-1E9F-7688-1E6D-ED963FE1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Dataset_3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4B9F3-11F6-054D-59F2-95218F96E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Changed the format to table</a:t>
            </a:r>
          </a:p>
          <a:p>
            <a:r>
              <a:rPr lang="en-IN" sz="1800" dirty="0"/>
              <a:t>Removed columns like year, month(because this info I can get from dteday)</a:t>
            </a:r>
          </a:p>
          <a:p>
            <a:r>
              <a:rPr lang="en-IN" sz="1800" dirty="0"/>
              <a:t>Changed: instant/season/hr/weekday/weathersit/temp/atemp/hum/windspeed/casual/registered/</a:t>
            </a:r>
            <a:r>
              <a:rPr lang="en-IN" sz="1800" dirty="0" err="1"/>
              <a:t>cnt</a:t>
            </a:r>
            <a:r>
              <a:rPr lang="en-IN" sz="1800" dirty="0"/>
              <a:t> as number, dteday as short date, holiday as text</a:t>
            </a:r>
          </a:p>
          <a:p>
            <a:r>
              <a:rPr lang="en-IN" sz="1800" dirty="0"/>
              <a:t>Sorted data, tried to do conditional formatting based on duplicate date, removed duplicate rows (no highlights &amp; no duplicate data)</a:t>
            </a:r>
          </a:p>
          <a:p>
            <a:pPr marL="0" indent="0">
              <a:buNone/>
            </a:pPr>
            <a:endParaRPr lang="en-IN" sz="1800" dirty="0"/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5020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B98C-C097-BDA2-5446-AB006ACC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Merge Dataset_1 &amp; Dataset_2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C6FB0F-6FBC-E30E-99D9-2B5F2C9AB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Imported Dataset_1 &amp; Dataset_2 -&gt; Merged based on instant</a:t>
            </a:r>
          </a:p>
          <a:p>
            <a:r>
              <a:rPr lang="en-IN" sz="1800" dirty="0"/>
              <a:t>Changed: instant/season/hr/ weekday/weathersit/temp/atemp/hum/windspeed/casual/registered/</a:t>
            </a:r>
            <a:r>
              <a:rPr lang="en-IN" sz="1800" dirty="0" err="1"/>
              <a:t>cnt</a:t>
            </a:r>
            <a:r>
              <a:rPr lang="en-IN" sz="1800" dirty="0"/>
              <a:t> as number, dteday as short date, holiday as text</a:t>
            </a:r>
          </a:p>
          <a:p>
            <a:r>
              <a:rPr lang="en-IN" sz="1800" dirty="0"/>
              <a:t>Sorted data, tried to do conditional formatting based on duplicate date, removed duplicate rows (no highlights &amp; no duplicate data)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4398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4FB7-D46D-B732-F783-E8015C8E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Merge Dataset_12 &amp; Dataset_3	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57F45-6803-029C-2A9C-1156E5C5A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414144"/>
            <a:ext cx="10515600" cy="4886071"/>
          </a:xfrm>
        </p:spPr>
        <p:txBody>
          <a:bodyPr>
            <a:noAutofit/>
          </a:bodyPr>
          <a:lstStyle/>
          <a:p>
            <a:r>
              <a:rPr lang="en-IN" sz="1800" dirty="0"/>
              <a:t>Imported Dataset_12 &amp; Dataset_3 -&gt; Appended tables Dataset_12 and Dataset_3</a:t>
            </a:r>
          </a:p>
          <a:p>
            <a:r>
              <a:rPr lang="en-IN" sz="1800" dirty="0"/>
              <a:t>Changed table format</a:t>
            </a:r>
          </a:p>
          <a:p>
            <a:r>
              <a:rPr lang="en-IN" sz="1800" dirty="0"/>
              <a:t>Changed: instant/season/hr/ weekday/weathersit/temp/atemp/hum/windspeed/casual/registered/</a:t>
            </a:r>
            <a:r>
              <a:rPr lang="en-IN" sz="1800" dirty="0" err="1"/>
              <a:t>cnt</a:t>
            </a:r>
            <a:r>
              <a:rPr lang="en-IN" sz="1800" dirty="0"/>
              <a:t> as number, dteday as short date, holiday as text</a:t>
            </a:r>
          </a:p>
          <a:p>
            <a:pPr marL="285750" indent="-285750"/>
            <a:r>
              <a:rPr lang="en-IN" sz="1800" dirty="0"/>
              <a:t>Added column ‘season’ applying formula </a:t>
            </a:r>
            <a:r>
              <a:rPr lang="en-IN" sz="1800" i="1" dirty="0"/>
              <a:t>{VLOOKUP([@season2],Season!$A$1:$B$4,2,FALSE)}</a:t>
            </a:r>
          </a:p>
          <a:p>
            <a:pPr marL="285750" indent="-285750"/>
            <a:r>
              <a:rPr lang="en-IN" sz="1800" dirty="0"/>
              <a:t>Added column ‘weekday’ </a:t>
            </a:r>
            <a:r>
              <a:rPr lang="en-US" sz="1800" dirty="0"/>
              <a:t>applying formula </a:t>
            </a:r>
            <a:r>
              <a:rPr lang="en-US" sz="1800" i="1" dirty="0"/>
              <a:t>{IF(TRIM([@Holiday])="FALSE","Weekday","Weekend")}</a:t>
            </a:r>
            <a:r>
              <a:rPr lang="en-US" sz="1800" dirty="0"/>
              <a:t>-&gt; because numbers cannot give proper info</a:t>
            </a:r>
          </a:p>
          <a:p>
            <a:pPr marL="285750" indent="-285750"/>
            <a:r>
              <a:rPr lang="en-IN" sz="1800" dirty="0"/>
              <a:t>Added column ‘week’ </a:t>
            </a:r>
            <a:r>
              <a:rPr lang="en-US" sz="1800" dirty="0"/>
              <a:t>applying formula </a:t>
            </a:r>
            <a:r>
              <a:rPr lang="en-US" sz="1800" i="1" dirty="0"/>
              <a:t>{LOWER(TEXT([@dteday],"dddd"))}</a:t>
            </a:r>
            <a:endParaRPr lang="en-IN" sz="1800" i="1" dirty="0"/>
          </a:p>
          <a:p>
            <a:pPr marL="285750" indent="-285750"/>
            <a:r>
              <a:rPr lang="en-IN" sz="1800" dirty="0"/>
              <a:t>Added column ‘weather’ applying formula </a:t>
            </a:r>
            <a:r>
              <a:rPr lang="en-IN" sz="1800" i="1" dirty="0"/>
              <a:t>{INDEX(Weathercond!$B$2:$B$6,MATCH([@weathersit],Weathercond!$A$2:$A$6,0))</a:t>
            </a:r>
            <a:r>
              <a:rPr lang="en-US" sz="1800" i="1" dirty="0"/>
              <a:t>} </a:t>
            </a:r>
            <a:r>
              <a:rPr lang="en-IN" sz="1800" dirty="0"/>
              <a:t>-&gt; because numbers cannot give proper info</a:t>
            </a:r>
          </a:p>
          <a:p>
            <a:pPr marL="285750" indent="-285750"/>
            <a:r>
              <a:rPr lang="en-IN" sz="1800" dirty="0"/>
              <a:t>Hidden column season, holiday, weekday, weathersit</a:t>
            </a:r>
          </a:p>
          <a:p>
            <a:pPr marL="285750" indent="-285750"/>
            <a:r>
              <a:rPr lang="en-IN" sz="1800" dirty="0"/>
              <a:t>Changed: season, weekday, week, weathercond as text</a:t>
            </a:r>
          </a:p>
          <a:p>
            <a:r>
              <a:rPr lang="en-IN" sz="1800" dirty="0"/>
              <a:t>Sorted data, tried to do conditional formatting based on duplicate date, removed duplicate rows (no highlights &amp; no duplicate data)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5886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3AEE-BD50-1802-2D90-F9488728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Pivot Table &amp;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2C5DD-9C3E-56B5-EC26-112FF3DE2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184"/>
            <a:ext cx="10515600" cy="4704779"/>
          </a:xfrm>
        </p:spPr>
        <p:txBody>
          <a:bodyPr>
            <a:normAutofit/>
          </a:bodyPr>
          <a:lstStyle/>
          <a:p>
            <a:r>
              <a:rPr lang="en-IN" sz="1400" dirty="0"/>
              <a:t>Weather cond &amp; Registered sum shows bikes are rented more during cloudy or light rain</a:t>
            </a:r>
          </a:p>
          <a:p>
            <a:r>
              <a:rPr lang="en-IN" sz="1400" dirty="0"/>
              <a:t>Weekday &amp; total count shows highest booking on weekdays</a:t>
            </a:r>
          </a:p>
          <a:p>
            <a:r>
              <a:rPr lang="en-IN" sz="1400" dirty="0"/>
              <a:t>Week &amp; total count shows all days have almost same count</a:t>
            </a:r>
          </a:p>
          <a:p>
            <a:r>
              <a:rPr lang="en-IN" sz="1400" dirty="0"/>
              <a:t>Dteday, casual, registered, total shows in Feb it had max count</a:t>
            </a:r>
          </a:p>
          <a:p>
            <a:r>
              <a:rPr lang="en-IN" sz="1400" dirty="0"/>
              <a:t>Hours &amp; week shows from 0-8 hr it has max bookings and then at 23 hr excluding Friday &amp; Saturday</a:t>
            </a:r>
          </a:p>
          <a:p>
            <a:r>
              <a:rPr lang="en-IN" sz="1400" dirty="0"/>
              <a:t>Weather cond &amp; temp shows weather wise min and max temp </a:t>
            </a:r>
          </a:p>
          <a:p>
            <a:r>
              <a:rPr lang="en-IN" sz="1400" dirty="0"/>
              <a:t>Weather cond &amp; temp shows relation between humidity &amp; windspeed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DC363-3B12-BD7D-9DE5-0685BB371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92" y="4083349"/>
            <a:ext cx="2923032" cy="2409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579D17-9B9B-BE50-B208-F72F20F14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675" y="4083349"/>
            <a:ext cx="3637651" cy="2409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33F40-F164-03E9-13B7-50431A008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825625"/>
            <a:ext cx="3204523" cy="240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7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4B1F-FF3D-C3C9-88CE-FEFE1166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6203"/>
          </a:xfrm>
        </p:spPr>
        <p:txBody>
          <a:bodyPr/>
          <a:lstStyle/>
          <a:p>
            <a:r>
              <a:rPr lang="en-IN" dirty="0"/>
              <a:t> Advanced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6C4FD-06A1-F1A4-B927-A1A49EF3C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601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/>
              <a:t>Standard deviation </a:t>
            </a:r>
            <a:r>
              <a:rPr lang="en-IN" sz="1800" dirty="0"/>
              <a:t>between temp and atemp: shows how these values are deviating from mean on a graph.</a:t>
            </a:r>
          </a:p>
          <a:p>
            <a:r>
              <a:rPr lang="en-IN" sz="1800" b="1" dirty="0"/>
              <a:t>Corelation</a:t>
            </a:r>
            <a:r>
              <a:rPr lang="en-IN" sz="1800" dirty="0"/>
              <a:t> between temp &amp; atemp: the values show how they related with each other, in this case they are strong related.</a:t>
            </a:r>
          </a:p>
          <a:p>
            <a:r>
              <a:rPr lang="en-IN" sz="1800" b="1" dirty="0"/>
              <a:t>Sumif, Countif</a:t>
            </a:r>
            <a:r>
              <a:rPr lang="en-IN" sz="1800" dirty="0"/>
              <a:t>: sums or counts based on criteria defined.</a:t>
            </a:r>
          </a:p>
          <a:p>
            <a:r>
              <a:rPr lang="en-IN" sz="1800" b="1" dirty="0"/>
              <a:t>DSUM, Daverage:</a:t>
            </a:r>
            <a:r>
              <a:rPr lang="en-IN" sz="1800" dirty="0"/>
              <a:t> sums and calculates average based on criteria selected.</a:t>
            </a:r>
          </a:p>
          <a:p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B335E-5824-B1A5-2A2A-3FE31DE95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973" y="3815169"/>
            <a:ext cx="4257209" cy="1841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34730F-A9B5-2AC6-6D06-BF8F07687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15168"/>
            <a:ext cx="5052990" cy="184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20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C5F8-84AC-4DC9-360B-03BCC04E6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D92721-2868-EB57-1056-1F7215C21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59" y="1399032"/>
            <a:ext cx="11010595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64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F137C-13ED-885F-042D-3AD75F6F3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59536"/>
            <a:ext cx="10515600" cy="49286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u="sng" dirty="0"/>
              <a:t>Slicers &amp; Timelines</a:t>
            </a:r>
          </a:p>
          <a:p>
            <a:r>
              <a:rPr lang="en-IN" sz="1800" b="1" dirty="0"/>
              <a:t>Weekday &amp; dteday &amp; week: </a:t>
            </a:r>
            <a:r>
              <a:rPr lang="en-IN" sz="1800" dirty="0"/>
              <a:t>affecting all the visuals.</a:t>
            </a:r>
          </a:p>
          <a:p>
            <a:pPr marL="0" indent="0" algn="ctr">
              <a:buNone/>
            </a:pPr>
            <a:r>
              <a:rPr lang="en-IN" sz="1800" b="1" u="sng" dirty="0"/>
              <a:t>Key Visuals</a:t>
            </a:r>
          </a:p>
          <a:p>
            <a:r>
              <a:rPr lang="en-IN" sz="1800" b="1" dirty="0"/>
              <a:t>Hour wise Total: </a:t>
            </a:r>
            <a:r>
              <a:rPr lang="en-IN" sz="1800" dirty="0"/>
              <a:t>At 8am &amp; 5pm(17) total is maximum booking count &amp; also from 6am the line is showing up and down till 11pm </a:t>
            </a:r>
            <a:r>
              <a:rPr lang="en-IN" sz="1800" dirty="0" err="1"/>
              <a:t>i.e</a:t>
            </a:r>
            <a:r>
              <a:rPr lang="en-IN" sz="1800" dirty="0"/>
              <a:t> showing bike sharing count in total.</a:t>
            </a:r>
          </a:p>
          <a:p>
            <a:r>
              <a:rPr lang="en-IN" sz="1800" b="1" dirty="0"/>
              <a:t>Registration by Temp: </a:t>
            </a:r>
            <a:r>
              <a:rPr lang="en-IN" sz="1800" dirty="0"/>
              <a:t>Registration is increasing when temp is raising till 20 degree and after that its decreasing till 40 and post that its very less registration so temp is affecting the registration..</a:t>
            </a:r>
          </a:p>
          <a:p>
            <a:r>
              <a:rPr lang="en-IN" sz="1800" b="1" dirty="0"/>
              <a:t>Registration based on weathercond: </a:t>
            </a:r>
            <a:r>
              <a:rPr lang="en-IN" sz="1800" dirty="0"/>
              <a:t>showing different weathercond and its affect on registration.</a:t>
            </a:r>
          </a:p>
          <a:p>
            <a:r>
              <a:rPr lang="en-IN" sz="1800" b="1" dirty="0"/>
              <a:t>Humidity vs Windspeed:</a:t>
            </a:r>
            <a:r>
              <a:rPr lang="en-IN" sz="1800" dirty="0"/>
              <a:t> column chart showing how humidity affects the windspeed.</a:t>
            </a:r>
          </a:p>
        </p:txBody>
      </p:sp>
    </p:spTree>
    <p:extLst>
      <p:ext uri="{BB962C8B-B14F-4D97-AF65-F5344CB8AC3E}">
        <p14:creationId xmlns:p14="http://schemas.microsoft.com/office/powerpoint/2010/main" val="3897358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8A9B9-A60E-57C4-A577-3A74BDCC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ACEE-937C-2AA8-8356-8B855EB8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153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dirty="0"/>
              <a:t>Created macro for formatting as table, cleaning the data by adding few columns based on number </a:t>
            </a:r>
            <a:r>
              <a:rPr lang="en-IN" sz="1800" dirty="0" err="1"/>
              <a:t>i.e</a:t>
            </a:r>
            <a:r>
              <a:rPr lang="en-IN" sz="1800" dirty="0"/>
              <a:t> instead of some number adding meaning full data, changing data types.</a:t>
            </a:r>
          </a:p>
          <a:p>
            <a:r>
              <a:rPr lang="en-IN" sz="1800" dirty="0"/>
              <a:t>Macro name: CleanRefinedataset</a:t>
            </a:r>
          </a:p>
        </p:txBody>
      </p:sp>
    </p:spTree>
    <p:extLst>
      <p:ext uri="{BB962C8B-B14F-4D97-AF65-F5344CB8AC3E}">
        <p14:creationId xmlns:p14="http://schemas.microsoft.com/office/powerpoint/2010/main" val="2074265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8814B-7002-409F-8DD1-FC9F01DFD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8608" y="2185415"/>
            <a:ext cx="6882384" cy="334232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7200" dirty="0"/>
              <a:t>Thank You </a:t>
            </a:r>
            <a:r>
              <a:rPr lang="en-IN" sz="7200" dirty="0">
                <a:sym typeface="Wingdings" panose="05000000000000000000" pitchFamily="2" charset="2"/>
              </a:rPr>
              <a:t> 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558788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7932</TotalTime>
  <Words>844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Unlocking Insights: Data Analytics with Excel – Sukanya</vt:lpstr>
      <vt:lpstr>DataSet_1</vt:lpstr>
      <vt:lpstr>Dataset_2</vt:lpstr>
      <vt:lpstr>Dataset_3</vt:lpstr>
      <vt:lpstr>Merge Dataset_1 &amp; Dataset_2</vt:lpstr>
      <vt:lpstr>Merge Dataset_12 &amp; Dataset_3  </vt:lpstr>
      <vt:lpstr>Pivot Table &amp; Charts</vt:lpstr>
      <vt:lpstr> Advanced Data Analysis</vt:lpstr>
      <vt:lpstr>Dashboard</vt:lpstr>
      <vt:lpstr>PowerPoint Presentation</vt:lpstr>
      <vt:lpstr>Macros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Sukanya Naik</dc:creator>
  <cp:lastModifiedBy>Sukanya Naik</cp:lastModifiedBy>
  <cp:revision>36</cp:revision>
  <dcterms:created xsi:type="dcterms:W3CDTF">2026-03-17T15:29:10Z</dcterms:created>
  <dcterms:modified xsi:type="dcterms:W3CDTF">2026-03-25T04:59:17Z</dcterms:modified>
</cp:coreProperties>
</file>